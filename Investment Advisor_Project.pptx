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1" r:id="rId3"/>
    <p:sldId id="267" r:id="rId4"/>
    <p:sldId id="271" r:id="rId5"/>
    <p:sldId id="270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56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66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79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7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6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31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0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24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16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21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40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29E560-0026-4064-8E02-1B95DDE9D63F}" type="datetimeFigureOut">
              <a:rPr lang="en-IN" smtClean="0"/>
              <a:t>09-09-2022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85231B-EF28-4A8D-8D85-66981B2EA98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37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2C67-BB32-0D4B-2D9B-104C40A4A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Investment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44B80-AF6C-8E0A-DBEB-13AB31946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486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C0EA-9D88-1D10-8555-AC1A00F2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7106"/>
            <a:ext cx="10058400" cy="1450757"/>
          </a:xfrm>
        </p:spPr>
        <p:txBody>
          <a:bodyPr>
            <a:normAutofit/>
          </a:bodyPr>
          <a:lstStyle/>
          <a:p>
            <a:r>
              <a:rPr lang="en-IN" sz="3200" dirty="0"/>
              <a:t>Categorize the Risk-Factor: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BE90-233D-B0E3-BFAD-790BA101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5063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Categorizing the companies in terms of different risk factors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 –Risk taking: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700" dirty="0"/>
              <a:t>For this we need to satisfy the conditions market cap(</a:t>
            </a:r>
            <a:r>
              <a:rPr lang="en-US" sz="1700" dirty="0" err="1"/>
              <a:t>cr</a:t>
            </a:r>
            <a:r>
              <a:rPr lang="en-US" sz="1700" dirty="0"/>
              <a:t>) less than 5000 and 10-year return(%)less than 8.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Low –Risk taking: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700" dirty="0"/>
              <a:t>For this we need to satisfy the conditions market cap(</a:t>
            </a:r>
            <a:r>
              <a:rPr lang="en-US" sz="1700" dirty="0" err="1"/>
              <a:t>cr</a:t>
            </a:r>
            <a:r>
              <a:rPr lang="en-US" sz="1700" dirty="0"/>
              <a:t>) in between 5000 and 8000 and 10-year return(%) between 8 and 15.</a:t>
            </a:r>
            <a:endParaRPr lang="en-IN" sz="17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Moderate –Risk taking: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700" dirty="0"/>
              <a:t>For this we need to satisfy the conditions market cap(</a:t>
            </a:r>
            <a:r>
              <a:rPr lang="en-US" sz="1700" dirty="0" err="1"/>
              <a:t>cr</a:t>
            </a:r>
            <a:r>
              <a:rPr lang="en-US" sz="1700" dirty="0"/>
              <a:t>) in between 8000 and 18000 and 10-year return(%) between 15 and 20.</a:t>
            </a:r>
            <a:endParaRPr lang="en-IN" sz="17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Risk taking: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700" dirty="0"/>
              <a:t>For this we need to satisfy the conditions market cap(</a:t>
            </a:r>
            <a:r>
              <a:rPr lang="en-US" sz="1700" dirty="0" err="1"/>
              <a:t>cr</a:t>
            </a:r>
            <a:r>
              <a:rPr lang="en-US" sz="1700" dirty="0"/>
              <a:t>) more than 18000 and 10-year return(%) more than 20.</a:t>
            </a:r>
            <a:endParaRPr lang="en-IN" sz="1700" dirty="0"/>
          </a:p>
          <a:p>
            <a:pPr lvl="3">
              <a:buFont typeface="Wingdings" panose="05000000000000000000" pitchFamily="2" charset="2"/>
              <a:buChar char="v"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75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792C4-E24A-AE1E-2A46-68BF2CF1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Code for Categorizing Risk-Factors: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A1E678-62DB-1209-4DDD-6412DE9BEE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80" y="1846263"/>
            <a:ext cx="4860477" cy="402272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74ED77-7E68-4307-953F-7C35B6C572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1917290"/>
            <a:ext cx="4937125" cy="3951697"/>
          </a:xfrm>
        </p:spPr>
      </p:pic>
    </p:spTree>
    <p:extLst>
      <p:ext uri="{BB962C8B-B14F-4D97-AF65-F5344CB8AC3E}">
        <p14:creationId xmlns:p14="http://schemas.microsoft.com/office/powerpoint/2010/main" val="380377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7F7B9-38FD-B0CA-EC77-45B6E2E7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Categorize Top 5 companies for different Risk-factors: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3E9309-E45A-99C7-F57E-5F7165B5DD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96" y="1846263"/>
            <a:ext cx="4686046" cy="402272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EFC5DA-4777-4F13-8BD3-2C61D22775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75" y="1846263"/>
            <a:ext cx="4592250" cy="4022725"/>
          </a:xfrm>
        </p:spPr>
      </p:pic>
    </p:spTree>
    <p:extLst>
      <p:ext uri="{BB962C8B-B14F-4D97-AF65-F5344CB8AC3E}">
        <p14:creationId xmlns:p14="http://schemas.microsoft.com/office/powerpoint/2010/main" val="141033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7E2E-B313-3871-44BD-70E7CA99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Calling the companies which need to be invested according to Risk-Factors: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5463F6-7885-0557-6759-790264B943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555" y="2103510"/>
            <a:ext cx="4937125" cy="3017131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18087D-A48E-6EC7-F10F-EB6FDC2E8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2184400"/>
            <a:ext cx="4937760" cy="293624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 using this code, we found the top 5 companies where the money need to be invested.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By selecting type of investment profile wants to find the companies where amount to be invested will also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93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3C3B6-908C-E057-520F-D4C50815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Amount to be invested in top 5 companies for different Risk-Takings:</a:t>
            </a:r>
          </a:p>
        </p:txBody>
      </p:sp>
      <p:pic>
        <p:nvPicPr>
          <p:cNvPr id="38" name="Content Placeholder 37">
            <a:extLst>
              <a:ext uri="{FF2B5EF4-FFF2-40B4-BE49-F238E27FC236}">
                <a16:creationId xmlns:a16="http://schemas.microsoft.com/office/drawing/2014/main" id="{813068E0-250F-72EC-0610-F4D314D323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1846263"/>
            <a:ext cx="4175760" cy="4112786"/>
          </a:xfrm>
        </p:spPr>
      </p:pic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2F1D643-D369-BFF2-524A-53C75D6F1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Depending upon our analysis we found out 4 ways of investing i.e. </a:t>
            </a:r>
          </a:p>
          <a:p>
            <a:pPr lvl="2">
              <a:buFont typeface="Wingdings" panose="05000000000000000000" pitchFamily="2" charset="2"/>
              <a:buChar char="v"/>
            </a:pPr>
            <a:endParaRPr lang="en-IN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/>
              <a:t>Low-Risk Taking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/>
              <a:t>High Risk-Taking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/>
              <a:t>Moderate Risk-Taking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/>
              <a:t>Risk-Taking</a:t>
            </a:r>
          </a:p>
        </p:txBody>
      </p:sp>
    </p:spTree>
    <p:extLst>
      <p:ext uri="{BB962C8B-B14F-4D97-AF65-F5344CB8AC3E}">
        <p14:creationId xmlns:p14="http://schemas.microsoft.com/office/powerpoint/2010/main" val="85741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4F9C-EB8A-E4B7-0091-D070797E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Code for Calculating amount invested: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A5CC72-FCD0-0E86-8EDE-2472057BD2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0" y="1869123"/>
            <a:ext cx="4091802" cy="402272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D9E305-4BA9-A62E-EDEE-839D57616E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0" y="1869123"/>
            <a:ext cx="4229099" cy="4022725"/>
          </a:xfrm>
        </p:spPr>
      </p:pic>
    </p:spTree>
    <p:extLst>
      <p:ext uri="{BB962C8B-B14F-4D97-AF65-F5344CB8AC3E}">
        <p14:creationId xmlns:p14="http://schemas.microsoft.com/office/powerpoint/2010/main" val="11237122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3030</TotalTime>
  <Words>238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Retrospect</vt:lpstr>
      <vt:lpstr>Investment </vt:lpstr>
      <vt:lpstr>Categorize the Risk-Factor:</vt:lpstr>
      <vt:lpstr>Code for Categorizing Risk-Factors:</vt:lpstr>
      <vt:lpstr>Categorize Top 5 companies for different Risk-factors:</vt:lpstr>
      <vt:lpstr>Calling the companies which need to be invested according to Risk-Factors:</vt:lpstr>
      <vt:lpstr>Amount to be invested in top 5 companies for different Risk-Takings:</vt:lpstr>
      <vt:lpstr>Code for Calculating amount invested: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</dc:title>
  <dc:creator>Munavar P</dc:creator>
  <cp:lastModifiedBy>Munavar P</cp:lastModifiedBy>
  <cp:revision>6</cp:revision>
  <dcterms:created xsi:type="dcterms:W3CDTF">2022-09-09T06:05:01Z</dcterms:created>
  <dcterms:modified xsi:type="dcterms:W3CDTF">2022-09-11T08:35:29Z</dcterms:modified>
</cp:coreProperties>
</file>